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716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7F9F"/>
    <a:srgbClr val="9F044D"/>
    <a:srgbClr val="CACACA"/>
    <a:srgbClr val="F852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B1AC0-5AAD-45E3-8FED-EF5FC7C88FB9}" v="17" dt="2026-04-02T17:47:31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11802" y="-3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iang, Harrison Wood" userId="aae8ce5b-6170-4e56-bd95-84a477b56237" providerId="ADAL" clId="{C5C010A6-ACAB-49A6-8C6F-FA4175415FB0}"/>
    <pc:docChg chg="undo custSel addSld modSld">
      <pc:chgData name="Hsiang, Harrison Wood" userId="aae8ce5b-6170-4e56-bd95-84a477b56237" providerId="ADAL" clId="{C5C010A6-ACAB-49A6-8C6F-FA4175415FB0}" dt="2026-04-02T17:50:46.879" v="485" actId="14100"/>
      <pc:docMkLst>
        <pc:docMk/>
      </pc:docMkLst>
      <pc:sldChg chg="addSp delSp modSp new mod">
        <pc:chgData name="Hsiang, Harrison Wood" userId="aae8ce5b-6170-4e56-bd95-84a477b56237" providerId="ADAL" clId="{C5C010A6-ACAB-49A6-8C6F-FA4175415FB0}" dt="2026-04-02T17:50:46.879" v="485" actId="14100"/>
        <pc:sldMkLst>
          <pc:docMk/>
          <pc:sldMk cId="2939753562" sldId="256"/>
        </pc:sldMkLst>
        <pc:spChg chg="del">
          <ac:chgData name="Hsiang, Harrison Wood" userId="aae8ce5b-6170-4e56-bd95-84a477b56237" providerId="ADAL" clId="{C5C010A6-ACAB-49A6-8C6F-FA4175415FB0}" dt="2026-04-02T17:33:18.424" v="1" actId="478"/>
          <ac:spMkLst>
            <pc:docMk/>
            <pc:sldMk cId="2939753562" sldId="256"/>
            <ac:spMk id="2" creationId="{7328AE4F-AEA9-B5A1-F724-2C2BF22B47D9}"/>
          </ac:spMkLst>
        </pc:spChg>
        <pc:spChg chg="del">
          <ac:chgData name="Hsiang, Harrison Wood" userId="aae8ce5b-6170-4e56-bd95-84a477b56237" providerId="ADAL" clId="{C5C010A6-ACAB-49A6-8C6F-FA4175415FB0}" dt="2026-04-02T17:33:18.424" v="1" actId="478"/>
          <ac:spMkLst>
            <pc:docMk/>
            <pc:sldMk cId="2939753562" sldId="256"/>
            <ac:spMk id="3" creationId="{0122DE44-A8FC-11F5-D43E-65924D72273F}"/>
          </ac:spMkLst>
        </pc:spChg>
        <pc:spChg chg="add mod">
          <ac:chgData name="Hsiang, Harrison Wood" userId="aae8ce5b-6170-4e56-bd95-84a477b56237" providerId="ADAL" clId="{C5C010A6-ACAB-49A6-8C6F-FA4175415FB0}" dt="2026-04-02T17:48:13.481" v="474" actId="1076"/>
          <ac:spMkLst>
            <pc:docMk/>
            <pc:sldMk cId="2939753562" sldId="256"/>
            <ac:spMk id="16" creationId="{480DCD1B-B3EF-5BCC-6E30-B713BFDBE379}"/>
          </ac:spMkLst>
        </pc:spChg>
        <pc:spChg chg="add mod">
          <ac:chgData name="Hsiang, Harrison Wood" userId="aae8ce5b-6170-4e56-bd95-84a477b56237" providerId="ADAL" clId="{C5C010A6-ACAB-49A6-8C6F-FA4175415FB0}" dt="2026-04-02T17:48:17.278" v="475" actId="207"/>
          <ac:spMkLst>
            <pc:docMk/>
            <pc:sldMk cId="2939753562" sldId="256"/>
            <ac:spMk id="17" creationId="{62BFFAB6-EF62-8AA0-08A1-FB3A9D1FEAD9}"/>
          </ac:spMkLst>
        </pc:spChg>
        <pc:spChg chg="add mod">
          <ac:chgData name="Hsiang, Harrison Wood" userId="aae8ce5b-6170-4e56-bd95-84a477b56237" providerId="ADAL" clId="{C5C010A6-ACAB-49A6-8C6F-FA4175415FB0}" dt="2026-04-02T17:44:09.144" v="362" actId="1076"/>
          <ac:spMkLst>
            <pc:docMk/>
            <pc:sldMk cId="2939753562" sldId="256"/>
            <ac:spMk id="18" creationId="{D130EE5B-4377-019A-E682-9074236EAB6F}"/>
          </ac:spMkLst>
        </pc:spChg>
        <pc:spChg chg="add mod">
          <ac:chgData name="Hsiang, Harrison Wood" userId="aae8ce5b-6170-4e56-bd95-84a477b56237" providerId="ADAL" clId="{C5C010A6-ACAB-49A6-8C6F-FA4175415FB0}" dt="2026-04-02T17:44:09.144" v="362" actId="1076"/>
          <ac:spMkLst>
            <pc:docMk/>
            <pc:sldMk cId="2939753562" sldId="256"/>
            <ac:spMk id="19" creationId="{64EF3854-21F8-83BC-BADE-BB7B158CB417}"/>
          </ac:spMkLst>
        </pc:spChg>
        <pc:spChg chg="add mod">
          <ac:chgData name="Hsiang, Harrison Wood" userId="aae8ce5b-6170-4e56-bd95-84a477b56237" providerId="ADAL" clId="{C5C010A6-ACAB-49A6-8C6F-FA4175415FB0}" dt="2026-04-02T17:44:09.144" v="362" actId="1076"/>
          <ac:spMkLst>
            <pc:docMk/>
            <pc:sldMk cId="2939753562" sldId="256"/>
            <ac:spMk id="20" creationId="{1DB1C96A-3D75-4DDC-A2F8-A8C0C40F4F93}"/>
          </ac:spMkLst>
        </pc:spChg>
        <pc:spChg chg="add mod">
          <ac:chgData name="Hsiang, Harrison Wood" userId="aae8ce5b-6170-4e56-bd95-84a477b56237" providerId="ADAL" clId="{C5C010A6-ACAB-49A6-8C6F-FA4175415FB0}" dt="2026-04-02T17:45:23.311" v="384" actId="20577"/>
          <ac:spMkLst>
            <pc:docMk/>
            <pc:sldMk cId="2939753562" sldId="256"/>
            <ac:spMk id="21" creationId="{F1BDE997-4748-15BC-B1A5-9D7EA3545B50}"/>
          </ac:spMkLst>
        </pc:spChg>
        <pc:spChg chg="add mod">
          <ac:chgData name="Hsiang, Harrison Wood" userId="aae8ce5b-6170-4e56-bd95-84a477b56237" providerId="ADAL" clId="{C5C010A6-ACAB-49A6-8C6F-FA4175415FB0}" dt="2026-04-02T17:46:26.214" v="406" actId="1076"/>
          <ac:spMkLst>
            <pc:docMk/>
            <pc:sldMk cId="2939753562" sldId="256"/>
            <ac:spMk id="22" creationId="{11096E50-A6FF-F3F6-57D1-3FCCECEB981C}"/>
          </ac:spMkLst>
        </pc:spChg>
        <pc:spChg chg="add mod">
          <ac:chgData name="Hsiang, Harrison Wood" userId="aae8ce5b-6170-4e56-bd95-84a477b56237" providerId="ADAL" clId="{C5C010A6-ACAB-49A6-8C6F-FA4175415FB0}" dt="2026-04-02T17:47:00.077" v="434" actId="20577"/>
          <ac:spMkLst>
            <pc:docMk/>
            <pc:sldMk cId="2939753562" sldId="256"/>
            <ac:spMk id="23" creationId="{0DD97EF1-7DCB-A01A-500F-FDC5C9280B9D}"/>
          </ac:spMkLst>
        </pc:spChg>
        <pc:spChg chg="add mod">
          <ac:chgData name="Hsiang, Harrison Wood" userId="aae8ce5b-6170-4e56-bd95-84a477b56237" providerId="ADAL" clId="{C5C010A6-ACAB-49A6-8C6F-FA4175415FB0}" dt="2026-04-02T17:47:27.515" v="450" actId="20577"/>
          <ac:spMkLst>
            <pc:docMk/>
            <pc:sldMk cId="2939753562" sldId="256"/>
            <ac:spMk id="24" creationId="{564E7980-D25B-CB78-D935-ECC04DC0BDEE}"/>
          </ac:spMkLst>
        </pc:spChg>
        <pc:spChg chg="add mod">
          <ac:chgData name="Hsiang, Harrison Wood" userId="aae8ce5b-6170-4e56-bd95-84a477b56237" providerId="ADAL" clId="{C5C010A6-ACAB-49A6-8C6F-FA4175415FB0}" dt="2026-04-02T17:47:58.836" v="473" actId="20577"/>
          <ac:spMkLst>
            <pc:docMk/>
            <pc:sldMk cId="2939753562" sldId="256"/>
            <ac:spMk id="25" creationId="{34615837-9E44-98E3-B1AE-DFB777F1CF1C}"/>
          </ac:spMkLst>
        </pc:spChg>
        <pc:grpChg chg="add mod topLvl">
          <ac:chgData name="Hsiang, Harrison Wood" userId="aae8ce5b-6170-4e56-bd95-84a477b56237" providerId="ADAL" clId="{C5C010A6-ACAB-49A6-8C6F-FA4175415FB0}" dt="2026-04-02T17:37:08.198" v="127" actId="164"/>
          <ac:grpSpMkLst>
            <pc:docMk/>
            <pc:sldMk cId="2939753562" sldId="256"/>
            <ac:grpSpMk id="11" creationId="{328DE310-BEC8-CDE8-C8B2-D6DA502993F0}"/>
          </ac:grpSpMkLst>
        </pc:grpChg>
        <pc:grpChg chg="add del mod">
          <ac:chgData name="Hsiang, Harrison Wood" userId="aae8ce5b-6170-4e56-bd95-84a477b56237" providerId="ADAL" clId="{C5C010A6-ACAB-49A6-8C6F-FA4175415FB0}" dt="2026-04-02T17:36:29.906" v="100" actId="165"/>
          <ac:grpSpMkLst>
            <pc:docMk/>
            <pc:sldMk cId="2939753562" sldId="256"/>
            <ac:grpSpMk id="12" creationId="{770B22DB-6AC0-7F49-7430-44DE87251422}"/>
          </ac:grpSpMkLst>
        </pc:grpChg>
        <pc:grpChg chg="add mod">
          <ac:chgData name="Hsiang, Harrison Wood" userId="aae8ce5b-6170-4e56-bd95-84a477b56237" providerId="ADAL" clId="{C5C010A6-ACAB-49A6-8C6F-FA4175415FB0}" dt="2026-04-02T17:44:09.144" v="362" actId="1076"/>
          <ac:grpSpMkLst>
            <pc:docMk/>
            <pc:sldMk cId="2939753562" sldId="256"/>
            <ac:grpSpMk id="15" creationId="{BE8AD5CC-6860-9444-0856-91E72778B2D2}"/>
          </ac:grpSpMkLst>
        </pc:grpChg>
        <pc:picChg chg="add mod modCrop">
          <ac:chgData name="Hsiang, Harrison Wood" userId="aae8ce5b-6170-4e56-bd95-84a477b56237" providerId="ADAL" clId="{C5C010A6-ACAB-49A6-8C6F-FA4175415FB0}" dt="2026-04-02T17:36:29.906" v="100" actId="165"/>
          <ac:picMkLst>
            <pc:docMk/>
            <pc:sldMk cId="2939753562" sldId="256"/>
            <ac:picMk id="5" creationId="{9025B914-1E7B-45C0-5042-520F89954528}"/>
          </ac:picMkLst>
        </pc:picChg>
        <pc:picChg chg="add mod ord topLvl modCrop">
          <ac:chgData name="Hsiang, Harrison Wood" userId="aae8ce5b-6170-4e56-bd95-84a477b56237" providerId="ADAL" clId="{C5C010A6-ACAB-49A6-8C6F-FA4175415FB0}" dt="2026-04-02T17:37:08.198" v="127" actId="164"/>
          <ac:picMkLst>
            <pc:docMk/>
            <pc:sldMk cId="2939753562" sldId="256"/>
            <ac:picMk id="6" creationId="{6CB4380A-6BEE-FAAC-AC2F-FFA3379BD195}"/>
          </ac:picMkLst>
        </pc:picChg>
        <pc:cxnChg chg="add mod">
          <ac:chgData name="Hsiang, Harrison Wood" userId="aae8ce5b-6170-4e56-bd95-84a477b56237" providerId="ADAL" clId="{C5C010A6-ACAB-49A6-8C6F-FA4175415FB0}" dt="2026-04-02T17:50:46.879" v="485" actId="14100"/>
          <ac:cxnSpMkLst>
            <pc:docMk/>
            <pc:sldMk cId="2939753562" sldId="256"/>
            <ac:cxnSpMk id="8" creationId="{A2E5A6C9-F1A7-E702-62FC-DE39D4A723FA}"/>
          </ac:cxnSpMkLst>
        </pc:cxnChg>
        <pc:cxnChg chg="add mod">
          <ac:chgData name="Hsiang, Harrison Wood" userId="aae8ce5b-6170-4e56-bd95-84a477b56237" providerId="ADAL" clId="{C5C010A6-ACAB-49A6-8C6F-FA4175415FB0}" dt="2026-04-02T17:50:31.232" v="483" actId="1035"/>
          <ac:cxnSpMkLst>
            <pc:docMk/>
            <pc:sldMk cId="2939753562" sldId="256"/>
            <ac:cxnSpMk id="9" creationId="{E1D38A55-0FE2-7AD1-39D0-32E9E4F8CA1D}"/>
          </ac:cxnSpMkLst>
        </pc:cxnChg>
        <pc:cxnChg chg="add del">
          <ac:chgData name="Hsiang, Harrison Wood" userId="aae8ce5b-6170-4e56-bd95-84a477b56237" providerId="ADAL" clId="{C5C010A6-ACAB-49A6-8C6F-FA4175415FB0}" dt="2026-04-02T17:37:11.061" v="128" actId="478"/>
          <ac:cxnSpMkLst>
            <pc:docMk/>
            <pc:sldMk cId="2939753562" sldId="256"/>
            <ac:cxnSpMk id="14" creationId="{8CDEEC69-8446-0974-2E4B-2C1D40AC270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122363"/>
            <a:ext cx="10287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602038"/>
            <a:ext cx="10287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27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1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709739"/>
            <a:ext cx="118300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4589464"/>
            <a:ext cx="118300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3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7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365126"/>
            <a:ext cx="11830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681163"/>
            <a:ext cx="58025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505075"/>
            <a:ext cx="58025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681163"/>
            <a:ext cx="58310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505075"/>
            <a:ext cx="58310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6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38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987426"/>
            <a:ext cx="694372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25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987426"/>
            <a:ext cx="694372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50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78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65125"/>
            <a:ext cx="295751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65125"/>
            <a:ext cx="870108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80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65126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825625"/>
            <a:ext cx="118300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E8BD0-6183-476A-B6E4-0F4C485D1A67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6356351"/>
            <a:ext cx="462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BDBB1-4780-4CC2-BA70-0AF30C78C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0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E8AD5CC-6860-9444-0856-91E72778B2D2}"/>
              </a:ext>
            </a:extLst>
          </p:cNvPr>
          <p:cNvGrpSpPr/>
          <p:nvPr/>
        </p:nvGrpSpPr>
        <p:grpSpPr>
          <a:xfrm>
            <a:off x="474701" y="629729"/>
            <a:ext cx="11645034" cy="5603320"/>
            <a:chOff x="2340770" y="1817477"/>
            <a:chExt cx="7088042" cy="341060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28DE310-BEC8-CDE8-C8B2-D6DA502993F0}"/>
                </a:ext>
              </a:extLst>
            </p:cNvPr>
            <p:cNvGrpSpPr/>
            <p:nvPr/>
          </p:nvGrpSpPr>
          <p:grpSpPr>
            <a:xfrm rot="186924">
              <a:off x="2340770" y="1872223"/>
              <a:ext cx="4913384" cy="3355855"/>
              <a:chOff x="2793485" y="1751072"/>
              <a:chExt cx="4913384" cy="335585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025B914-1E7B-45C0-5042-520F89954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50000"/>
              <a:stretch>
                <a:fillRect/>
              </a:stretch>
            </p:blipFill>
            <p:spPr>
              <a:xfrm rot="1098726">
                <a:off x="2793485" y="1751072"/>
                <a:ext cx="3302515" cy="3355855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2E5A6C9-F1A7-E702-62FC-DE39D4A723FA}"/>
                  </a:ext>
                </a:extLst>
              </p:cNvPr>
              <p:cNvCxnSpPr>
                <a:cxnSpLocks/>
              </p:cNvCxnSpPr>
              <p:nvPr/>
            </p:nvCxnSpPr>
            <p:spPr>
              <a:xfrm rot="21413076" flipV="1">
                <a:off x="5419059" y="2162857"/>
                <a:ext cx="2105990" cy="856599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1D38A55-0FE2-7AD1-39D0-32E9E4F8CA1D}"/>
                  </a:ext>
                </a:extLst>
              </p:cNvPr>
              <p:cNvCxnSpPr>
                <a:cxnSpLocks/>
              </p:cNvCxnSpPr>
              <p:nvPr/>
            </p:nvCxnSpPr>
            <p:spPr>
              <a:xfrm rot="21413076">
                <a:off x="5501354" y="3666264"/>
                <a:ext cx="2205515" cy="871094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CB4380A-6BEE-FAAC-AC2F-FFA3379BD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984" r="16"/>
            <a:stretch>
              <a:fillRect/>
            </a:stretch>
          </p:blipFill>
          <p:spPr>
            <a:xfrm>
              <a:off x="6126297" y="1817477"/>
              <a:ext cx="3302515" cy="335585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80DCD1B-B3EF-5BCC-6E30-B713BFDBE379}"/>
              </a:ext>
            </a:extLst>
          </p:cNvPr>
          <p:cNvSpPr txBox="1"/>
          <p:nvPr/>
        </p:nvSpPr>
        <p:spPr>
          <a:xfrm>
            <a:off x="1296229" y="5669653"/>
            <a:ext cx="12586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15,715 (88%)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BFFAB6-EF62-8AA0-08A1-FB3A9D1FEAD9}"/>
              </a:ext>
            </a:extLst>
          </p:cNvPr>
          <p:cNvSpPr txBox="1"/>
          <p:nvPr/>
        </p:nvSpPr>
        <p:spPr>
          <a:xfrm>
            <a:off x="3730134" y="3112056"/>
            <a:ext cx="1159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27F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2,149 (12%)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0EE5B-4377-019A-E682-9074236EAB6F}"/>
              </a:ext>
            </a:extLst>
          </p:cNvPr>
          <p:cNvSpPr txBox="1"/>
          <p:nvPr/>
        </p:nvSpPr>
        <p:spPr>
          <a:xfrm>
            <a:off x="8163442" y="3004333"/>
            <a:ext cx="173637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852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GBA1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Het.: 1,239 (57.7%)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Biallelic: 14 (0.7%)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EF3854-21F8-83BC-BADE-BB7B158CB417}"/>
              </a:ext>
            </a:extLst>
          </p:cNvPr>
          <p:cNvSpPr txBox="1"/>
          <p:nvPr/>
        </p:nvSpPr>
        <p:spPr>
          <a:xfrm>
            <a:off x="8794208" y="564951"/>
            <a:ext cx="960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F0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62 (2.9%)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B1C96A-3D75-4DDC-A2F8-A8C0C40F4F93}"/>
              </a:ext>
            </a:extLst>
          </p:cNvPr>
          <p:cNvSpPr txBox="1"/>
          <p:nvPr/>
        </p:nvSpPr>
        <p:spPr>
          <a:xfrm>
            <a:off x="10456971" y="629730"/>
            <a:ext cx="156966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27F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LRRK2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Het.: 387 (18%)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Biallelic: 3 (0.1%)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DE997-4748-15BC-B1A5-9D7EA3545B50}"/>
              </a:ext>
            </a:extLst>
          </p:cNvPr>
          <p:cNvSpPr txBox="1"/>
          <p:nvPr/>
        </p:nvSpPr>
        <p:spPr>
          <a:xfrm>
            <a:off x="11750319" y="2452689"/>
            <a:ext cx="166904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9F0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PRKN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Het.: 357 (16.6%)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Biallelic: 37 (1.7%)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096E50-A6FF-F3F6-57D1-3FCCECEB981C}"/>
              </a:ext>
            </a:extLst>
          </p:cNvPr>
          <p:cNvSpPr txBox="1"/>
          <p:nvPr/>
        </p:nvSpPr>
        <p:spPr>
          <a:xfrm>
            <a:off x="10297456" y="5669653"/>
            <a:ext cx="142058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9F0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VPS35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Het.: 7 (0.3%)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Biallelic: 0 (0%)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D97EF1-7DCB-A01A-500F-FDC5C9280B9D}"/>
              </a:ext>
            </a:extLst>
          </p:cNvPr>
          <p:cNvSpPr txBox="1"/>
          <p:nvPr/>
        </p:nvSpPr>
        <p:spPr>
          <a:xfrm>
            <a:off x="11164260" y="5198524"/>
            <a:ext cx="142058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27F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SNCA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Het.: 16 (0.7%)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Biallelic: 0 (0%)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4E7980-D25B-CB78-D935-ECC04DC0BDEE}"/>
              </a:ext>
            </a:extLst>
          </p:cNvPr>
          <p:cNvSpPr txBox="1"/>
          <p:nvPr/>
        </p:nvSpPr>
        <p:spPr>
          <a:xfrm>
            <a:off x="11565957" y="4542668"/>
            <a:ext cx="156966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9F04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PINK1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Het.: 11 (0.5%)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Biallelic: 6 (0.3%)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615837-9E44-98E3-B1AE-DFB777F1CF1C}"/>
              </a:ext>
            </a:extLst>
          </p:cNvPr>
          <p:cNvSpPr txBox="1"/>
          <p:nvPr/>
        </p:nvSpPr>
        <p:spPr>
          <a:xfrm>
            <a:off x="11803527" y="3839557"/>
            <a:ext cx="147027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C27F9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DJ1</a:t>
            </a:r>
            <a:b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Het.: 10 (0.5%)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Biallelic: 0 (0%)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753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117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Hsiang, Harrison Wood</dc:creator>
  <cp:lastModifiedBy>Hsiang, Harrison Wood</cp:lastModifiedBy>
  <cp:revision>1</cp:revision>
  <dcterms:created xsi:type="dcterms:W3CDTF">2026-04-02T17:33:12Z</dcterms:created>
  <dcterms:modified xsi:type="dcterms:W3CDTF">2026-04-02T17:50:47Z</dcterms:modified>
</cp:coreProperties>
</file>