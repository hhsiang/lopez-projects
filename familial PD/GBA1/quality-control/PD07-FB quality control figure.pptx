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1625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CE5063-307B-4821-B22B-A2F9811EC14C}" v="6" dt="2026-04-06T20:34:31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24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siang, Harrison Wood" userId="aae8ce5b-6170-4e56-bd95-84a477b56237" providerId="ADAL" clId="{C5C010A6-ACAB-49A6-8C6F-FA4175415FB0}"/>
    <pc:docChg chg="custSel addSld modSld modMainMaster">
      <pc:chgData name="Hsiang, Harrison Wood" userId="aae8ce5b-6170-4e56-bd95-84a477b56237" providerId="ADAL" clId="{C5C010A6-ACAB-49A6-8C6F-FA4175415FB0}" dt="2026-04-08T18:16:40.501" v="103" actId="1036"/>
      <pc:docMkLst>
        <pc:docMk/>
      </pc:docMkLst>
      <pc:sldChg chg="addSp delSp modSp new mod">
        <pc:chgData name="Hsiang, Harrison Wood" userId="aae8ce5b-6170-4e56-bd95-84a477b56237" providerId="ADAL" clId="{C5C010A6-ACAB-49A6-8C6F-FA4175415FB0}" dt="2026-04-08T18:16:40.501" v="103" actId="1036"/>
        <pc:sldMkLst>
          <pc:docMk/>
          <pc:sldMk cId="4218954158" sldId="256"/>
        </pc:sldMkLst>
        <pc:spChg chg="add mod">
          <ac:chgData name="Hsiang, Harrison Wood" userId="aae8ce5b-6170-4e56-bd95-84a477b56237" providerId="ADAL" clId="{C5C010A6-ACAB-49A6-8C6F-FA4175415FB0}" dt="2026-04-08T18:16:35.204" v="102" actId="255"/>
          <ac:spMkLst>
            <pc:docMk/>
            <pc:sldMk cId="4218954158" sldId="256"/>
            <ac:spMk id="10" creationId="{9874BCDB-1EFA-66C2-128B-A4A30B75496A}"/>
          </ac:spMkLst>
        </pc:spChg>
        <pc:spChg chg="add mod">
          <ac:chgData name="Hsiang, Harrison Wood" userId="aae8ce5b-6170-4e56-bd95-84a477b56237" providerId="ADAL" clId="{C5C010A6-ACAB-49A6-8C6F-FA4175415FB0}" dt="2026-04-08T18:16:35.204" v="102" actId="255"/>
          <ac:spMkLst>
            <pc:docMk/>
            <pc:sldMk cId="4218954158" sldId="256"/>
            <ac:spMk id="11" creationId="{41AB42CC-178F-13E3-3789-B81959911CBA}"/>
          </ac:spMkLst>
        </pc:spChg>
        <pc:spChg chg="add mod">
          <ac:chgData name="Hsiang, Harrison Wood" userId="aae8ce5b-6170-4e56-bd95-84a477b56237" providerId="ADAL" clId="{C5C010A6-ACAB-49A6-8C6F-FA4175415FB0}" dt="2026-04-08T18:16:35.204" v="102" actId="255"/>
          <ac:spMkLst>
            <pc:docMk/>
            <pc:sldMk cId="4218954158" sldId="256"/>
            <ac:spMk id="12" creationId="{C09EA529-0D56-ABEB-92F3-C4CD4794D30A}"/>
          </ac:spMkLst>
        </pc:spChg>
        <pc:picChg chg="add mod">
          <ac:chgData name="Hsiang, Harrison Wood" userId="aae8ce5b-6170-4e56-bd95-84a477b56237" providerId="ADAL" clId="{C5C010A6-ACAB-49A6-8C6F-FA4175415FB0}" dt="2026-04-08T18:16:40.501" v="103" actId="1036"/>
          <ac:picMkLst>
            <pc:docMk/>
            <pc:sldMk cId="4218954158" sldId="256"/>
            <ac:picMk id="5" creationId="{50D39BE1-B969-CA26-DA81-B7F1585796DE}"/>
          </ac:picMkLst>
        </pc:picChg>
        <pc:picChg chg="add mod">
          <ac:chgData name="Hsiang, Harrison Wood" userId="aae8ce5b-6170-4e56-bd95-84a477b56237" providerId="ADAL" clId="{C5C010A6-ACAB-49A6-8C6F-FA4175415FB0}" dt="2026-04-08T18:16:25.620" v="100" actId="1036"/>
          <ac:picMkLst>
            <pc:docMk/>
            <pc:sldMk cId="4218954158" sldId="256"/>
            <ac:picMk id="7" creationId="{B5568833-D605-26B4-C5FC-664BC362178D}"/>
          </ac:picMkLst>
        </pc:picChg>
        <pc:picChg chg="add mod">
          <ac:chgData name="Hsiang, Harrison Wood" userId="aae8ce5b-6170-4e56-bd95-84a477b56237" providerId="ADAL" clId="{C5C010A6-ACAB-49A6-8C6F-FA4175415FB0}" dt="2026-04-08T18:16:20.751" v="97" actId="1036"/>
          <ac:picMkLst>
            <pc:docMk/>
            <pc:sldMk cId="4218954158" sldId="256"/>
            <ac:picMk id="9" creationId="{31098B91-0F2F-2E50-1DC2-66707ABDA55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60416"/>
            <a:ext cx="10363200" cy="5659496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538164"/>
            <a:ext cx="9144000" cy="392476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C57A-265B-46B9-ABA6-5B4CBECD774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4D29C-05B5-4AFE-BB93-77A2A51C5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34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C57A-265B-46B9-ABA6-5B4CBECD774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4D29C-05B5-4AFE-BB93-77A2A51C5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892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052716"/>
            <a:ext cx="10515600" cy="676204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878731"/>
            <a:ext cx="10515600" cy="3555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C57A-265B-46B9-ABA6-5B4CBECD774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4D29C-05B5-4AFE-BB93-77A2A51C5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097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327407"/>
            <a:ext cx="5181600" cy="10314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327407"/>
            <a:ext cx="5181600" cy="10314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C57A-265B-46B9-ABA6-5B4CBECD774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4D29C-05B5-4AFE-BB93-77A2A51C5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73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5485"/>
            <a:ext cx="10515600" cy="31420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984979"/>
            <a:ext cx="5157787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937956"/>
            <a:ext cx="5157787" cy="873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984979"/>
            <a:ext cx="5183188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937956"/>
            <a:ext cx="5183188" cy="873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C57A-265B-46B9-ABA6-5B4CBECD774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4D29C-05B5-4AFE-BB93-77A2A51C5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392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C57A-265B-46B9-ABA6-5B4CBECD774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4D29C-05B5-4AFE-BB93-77A2A51C5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65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C57A-265B-46B9-ABA6-5B4CBECD774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4D29C-05B5-4AFE-BB93-77A2A51C5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57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40567"/>
            <a:ext cx="6172200" cy="1155229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C57A-265B-46B9-ABA6-5B4CBECD774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4D29C-05B5-4AFE-BB93-77A2A51C5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44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40567"/>
            <a:ext cx="6172200" cy="1155229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C57A-265B-46B9-ABA6-5B4CBECD774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4D29C-05B5-4AFE-BB93-77A2A51C5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76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C57A-265B-46B9-ABA6-5B4CBECD774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4D29C-05B5-4AFE-BB93-77A2A51C5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04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65481"/>
            <a:ext cx="2628900" cy="137762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65481"/>
            <a:ext cx="7734300" cy="137762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C57A-265B-46B9-ABA6-5B4CBECD774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4D29C-05B5-4AFE-BB93-77A2A51C5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0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65485"/>
            <a:ext cx="10515600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327407"/>
            <a:ext cx="10515600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69C57A-265B-46B9-ABA6-5B4CBECD774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5066908"/>
            <a:ext cx="41148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64D29C-05B5-4AFE-BB93-77A2A51C5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6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D39BE1-B969-CA26-DA81-B7F158579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7" y="7282138"/>
            <a:ext cx="5563377" cy="68396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568833-D605-26B4-C5FC-664BC3621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02" y="7505072"/>
            <a:ext cx="5352028" cy="6521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098B91-0F2F-2E50-1DC2-66707ABDA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22" y="910191"/>
            <a:ext cx="11126753" cy="54300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74BCDB-1EFA-66C2-128B-A4A30B75496A}"/>
              </a:ext>
            </a:extLst>
          </p:cNvPr>
          <p:cNvSpPr txBox="1"/>
          <p:nvPr/>
        </p:nvSpPr>
        <p:spPr>
          <a:xfrm>
            <a:off x="451342" y="244134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AB42CC-178F-13E3-3789-B81959911CBA}"/>
              </a:ext>
            </a:extLst>
          </p:cNvPr>
          <p:cNvSpPr txBox="1"/>
          <p:nvPr/>
        </p:nvSpPr>
        <p:spPr>
          <a:xfrm>
            <a:off x="459715" y="663076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9EA529-0D56-ABEB-92F3-C4CD4794D30A}"/>
              </a:ext>
            </a:extLst>
          </p:cNvPr>
          <p:cNvSpPr txBox="1"/>
          <p:nvPr/>
        </p:nvSpPr>
        <p:spPr>
          <a:xfrm>
            <a:off x="6059545" y="667766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</a:p>
        </p:txBody>
      </p:sp>
    </p:spTree>
    <p:extLst>
      <p:ext uri="{BB962C8B-B14F-4D97-AF65-F5344CB8AC3E}">
        <p14:creationId xmlns:p14="http://schemas.microsoft.com/office/powerpoint/2010/main" val="4218954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6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Hsiang, Harrison Wood</dc:creator>
  <cp:lastModifiedBy>Hsiang, Harrison Wood</cp:lastModifiedBy>
  <cp:revision>1</cp:revision>
  <dcterms:created xsi:type="dcterms:W3CDTF">2026-04-06T20:32:35Z</dcterms:created>
  <dcterms:modified xsi:type="dcterms:W3CDTF">2026-04-08T18:16:41Z</dcterms:modified>
</cp:coreProperties>
</file>