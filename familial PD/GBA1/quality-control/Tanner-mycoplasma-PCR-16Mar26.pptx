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30B61F-BA41-473E-9CC6-583AC7514D2B}" v="119" dt="2026-03-16T21:01:31.3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siang, Harrison Wood" userId="aae8ce5b-6170-4e56-bd95-84a477b56237" providerId="ADAL" clId="{C5C010A6-ACAB-49A6-8C6F-FA4175415FB0}"/>
    <pc:docChg chg="undo custSel addSld modSld">
      <pc:chgData name="Hsiang, Harrison Wood" userId="aae8ce5b-6170-4e56-bd95-84a477b56237" providerId="ADAL" clId="{C5C010A6-ACAB-49A6-8C6F-FA4175415FB0}" dt="2026-03-17T13:12:14.234" v="185" actId="732"/>
      <pc:docMkLst>
        <pc:docMk/>
      </pc:docMkLst>
      <pc:sldChg chg="addSp delSp modSp new mod">
        <pc:chgData name="Hsiang, Harrison Wood" userId="aae8ce5b-6170-4e56-bd95-84a477b56237" providerId="ADAL" clId="{C5C010A6-ACAB-49A6-8C6F-FA4175415FB0}" dt="2026-03-17T13:12:14.234" v="185" actId="732"/>
        <pc:sldMkLst>
          <pc:docMk/>
          <pc:sldMk cId="3956793628" sldId="256"/>
        </pc:sldMkLst>
        <pc:spChg chg="del">
          <ac:chgData name="Hsiang, Harrison Wood" userId="aae8ce5b-6170-4e56-bd95-84a477b56237" providerId="ADAL" clId="{C5C010A6-ACAB-49A6-8C6F-FA4175415FB0}" dt="2026-03-16T20:58:55.370" v="1" actId="478"/>
          <ac:spMkLst>
            <pc:docMk/>
            <pc:sldMk cId="3956793628" sldId="256"/>
            <ac:spMk id="2" creationId="{7FAC4AFC-3688-347A-75F5-C748B7A1255F}"/>
          </ac:spMkLst>
        </pc:spChg>
        <pc:spChg chg="del">
          <ac:chgData name="Hsiang, Harrison Wood" userId="aae8ce5b-6170-4e56-bd95-84a477b56237" providerId="ADAL" clId="{C5C010A6-ACAB-49A6-8C6F-FA4175415FB0}" dt="2026-03-16T20:58:55.370" v="1" actId="478"/>
          <ac:spMkLst>
            <pc:docMk/>
            <pc:sldMk cId="3956793628" sldId="256"/>
            <ac:spMk id="3" creationId="{CEB68BC9-1616-137A-059A-A69D7F11631B}"/>
          </ac:spMkLst>
        </pc:spChg>
        <pc:spChg chg="add mod">
          <ac:chgData name="Hsiang, Harrison Wood" userId="aae8ce5b-6170-4e56-bd95-84a477b56237" providerId="ADAL" clId="{C5C010A6-ACAB-49A6-8C6F-FA4175415FB0}" dt="2026-03-16T21:01:55.136" v="180" actId="1076"/>
          <ac:spMkLst>
            <pc:docMk/>
            <pc:sldMk cId="3956793628" sldId="256"/>
            <ac:spMk id="6" creationId="{F0C3BBDB-AAE2-BB8F-F0E4-770E44908625}"/>
          </ac:spMkLst>
        </pc:spChg>
        <pc:spChg chg="add mod">
          <ac:chgData name="Hsiang, Harrison Wood" userId="aae8ce5b-6170-4e56-bd95-84a477b56237" providerId="ADAL" clId="{C5C010A6-ACAB-49A6-8C6F-FA4175415FB0}" dt="2026-03-16T21:01:57.348" v="181" actId="1076"/>
          <ac:spMkLst>
            <pc:docMk/>
            <pc:sldMk cId="3956793628" sldId="256"/>
            <ac:spMk id="7" creationId="{8E10C727-DE72-6824-506A-9F50BE831DDE}"/>
          </ac:spMkLst>
        </pc:spChg>
        <pc:spChg chg="add mod">
          <ac:chgData name="Hsiang, Harrison Wood" userId="aae8ce5b-6170-4e56-bd95-84a477b56237" providerId="ADAL" clId="{C5C010A6-ACAB-49A6-8C6F-FA4175415FB0}" dt="2026-03-16T21:01:49.432" v="178" actId="1076"/>
          <ac:spMkLst>
            <pc:docMk/>
            <pc:sldMk cId="3956793628" sldId="256"/>
            <ac:spMk id="8" creationId="{9329C064-5394-00FB-27D2-FAA50962126C}"/>
          </ac:spMkLst>
        </pc:spChg>
        <pc:picChg chg="add mod modCrop">
          <ac:chgData name="Hsiang, Harrison Wood" userId="aae8ce5b-6170-4e56-bd95-84a477b56237" providerId="ADAL" clId="{C5C010A6-ACAB-49A6-8C6F-FA4175415FB0}" dt="2026-03-17T13:12:14.234" v="185" actId="732"/>
          <ac:picMkLst>
            <pc:docMk/>
            <pc:sldMk cId="3956793628" sldId="256"/>
            <ac:picMk id="5" creationId="{CF14277C-645E-B170-FDFB-0372FB24792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22E59-CFCA-5A08-84D7-86D3CF7FC6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A63F2B-07C2-C7BB-4A9B-A82C70C919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9A457-313F-2A90-4EED-B3F90AA6C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32CF-69EE-41C2-AE13-2CC2B87823D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BA605-78AF-48BD-C1F1-2B4C2F88E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4B421-F3BB-C1B5-9AB6-5226352B2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E434E-59CE-4318-B188-7E5E08F11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469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75EFC-CF06-EF53-1093-731490514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1DFFE-7A7B-C742-02B1-513CB80C5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7C287-9433-90A3-BF23-8A0F1E8A3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32CF-69EE-41C2-AE13-2CC2B87823D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A86BB-0B31-2F3B-E96E-542B57118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734A5F-C6EC-2EAC-7C76-A6FA96561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E434E-59CE-4318-B188-7E5E08F11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63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9A256-D1CE-3063-9E13-98E0D426E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1253C0-B6B3-39EA-CCD3-0C89C3B71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589C3-70C9-6E00-83A8-6F16D5ED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32CF-69EE-41C2-AE13-2CC2B87823D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87E3B-07B1-30C9-865A-25A4E01D7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6C959-77F3-9ED7-E55B-BC5BCD081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E434E-59CE-4318-B188-7E5E08F11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94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7CFAA-1178-DAEC-EFDC-7B5ACF5E0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0A09A-1D50-27B1-9932-FCD8F5BA7D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36B89B-A8CA-BC05-514E-AC3103828D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32ED64-F7C6-39C6-0E1E-F1A8601EC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32CF-69EE-41C2-AE13-2CC2B87823D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5564F-8FC6-F952-2AD2-215D884C5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42C747-BE70-94F1-D965-6322479C0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E434E-59CE-4318-B188-7E5E08F11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688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1B30D-00A8-03C8-2248-1CA6DC0BB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8BABA-3ED3-4E0F-B805-76C51954CE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971364-C761-0277-7500-E5353330AE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A8D0CF-537F-01B2-CB37-048F6BF139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15DFE1-C945-1DF8-FC7A-D23EE755C3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751FC6-EAD9-159A-B9F5-62452D6EB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32CF-69EE-41C2-AE13-2CC2B87823D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CB88F6-4D04-C517-23CC-62AB50DF0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168861-5284-1C9A-4E5C-794905BB6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E434E-59CE-4318-B188-7E5E08F11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863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57C1-3C30-5577-A0AC-5076C2E9A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F44FD5-DC83-F9EF-3524-79D09CDCF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32CF-69EE-41C2-AE13-2CC2B87823D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FA451D-0CE8-AB6C-C7AF-B3356F635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CC2F1F-2677-6797-6181-83717060E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E434E-59CE-4318-B188-7E5E08F11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845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532233-929E-F8E7-6D34-7DBDE4F91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32CF-69EE-41C2-AE13-2CC2B87823D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56752-8FAB-6A94-25B6-22F065BA3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D32DB2-9F5D-0C18-BCEA-81ECD09BE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E434E-59CE-4318-B188-7E5E08F11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932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BEB53-3A87-B37D-868A-92B874F2E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521BD-A57A-1D6F-4E99-44D471C16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FB349B-A9A6-EF40-0D49-C085518DA7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B464D-54DA-3439-3404-A950D4793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32CF-69EE-41C2-AE13-2CC2B87823D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E3EA5-524B-03BE-3AC5-B9A15ADDE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3DDCE1-9DA2-DDCB-3AB9-376084D8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E434E-59CE-4318-B188-7E5E08F11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759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23502-6B93-0550-927E-5625A9AD1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59735C-DC51-867E-2EA7-7197888685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A4FBDC-F29B-753E-75A9-834E5EBC65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65592F-F0DE-42B2-04EB-56A653658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32CF-69EE-41C2-AE13-2CC2B87823D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74907B-6F0E-2DBD-D280-868E226BD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2426E8-1B9D-CD82-A4BC-E77AED155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E434E-59CE-4318-B188-7E5E08F11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927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C745D-F242-6040-BC95-0B9A08B6B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D922C4-4BB6-DB29-CA10-80CDC87AF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5AE47-B781-2F64-85E0-5307F5BE1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32CF-69EE-41C2-AE13-2CC2B87823D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D71CD-B223-250A-1EEE-F841E6FC6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916A5-7A78-C492-5AA8-0EDAF7849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E434E-59CE-4318-B188-7E5E08F11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640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BF88FD-BEF1-538A-A0B5-845B01439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43DEA9-8DC6-E2B3-9FCB-D4D80A051A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26FAA-D301-81A9-54A4-11AA61A3A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32CF-69EE-41C2-AE13-2CC2B87823D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12DB6-8636-B647-C65D-5F3C94698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CFCB2-5FC8-B331-81C2-16962BC63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E434E-59CE-4318-B188-7E5E08F11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311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476F11-E76F-09E6-B342-F43D57564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D7F2EE-5171-E59B-6A60-E57C1105E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0CE04-1434-8429-4AB9-CD5B0582FE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5132CF-69EE-41C2-AE13-2CC2B87823D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D986E-6CA2-00C2-53C2-732EF0E8AB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D24EC-C0F5-A65E-F993-E4DC8F4430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9E434E-59CE-4318-B188-7E5E08F11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432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14277C-645E-B170-FDFB-0372FB2479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65000" contras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711" t="27662" r="52261" b="45470"/>
          <a:stretch>
            <a:fillRect/>
          </a:stretch>
        </p:blipFill>
        <p:spPr>
          <a:xfrm>
            <a:off x="1459345" y="1829006"/>
            <a:ext cx="5227782" cy="46789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C3BBDB-AAE2-BB8F-F0E4-770E44908625}"/>
              </a:ext>
            </a:extLst>
          </p:cNvPr>
          <p:cNvSpPr txBox="1"/>
          <p:nvPr/>
        </p:nvSpPr>
        <p:spPr>
          <a:xfrm rot="10800000">
            <a:off x="3151907" y="172142"/>
            <a:ext cx="461665" cy="165686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Positive control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10C727-DE72-6824-506A-9F50BE831DDE}"/>
              </a:ext>
            </a:extLst>
          </p:cNvPr>
          <p:cNvSpPr txBox="1"/>
          <p:nvPr/>
        </p:nvSpPr>
        <p:spPr>
          <a:xfrm rot="10800000">
            <a:off x="4266044" y="69550"/>
            <a:ext cx="461665" cy="175945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Negative control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29C064-5394-00FB-27D2-FAA50962126C}"/>
              </a:ext>
            </a:extLst>
          </p:cNvPr>
          <p:cNvSpPr txBox="1"/>
          <p:nvPr/>
        </p:nvSpPr>
        <p:spPr>
          <a:xfrm rot="10800000">
            <a:off x="5380181" y="159318"/>
            <a:ext cx="461665" cy="1682512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PD07-fibroblast</a:t>
            </a:r>
          </a:p>
        </p:txBody>
      </p:sp>
    </p:spTree>
    <p:extLst>
      <p:ext uri="{BB962C8B-B14F-4D97-AF65-F5344CB8AC3E}">
        <p14:creationId xmlns:p14="http://schemas.microsoft.com/office/powerpoint/2010/main" val="3956793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Hsiang, Harrison Wood</dc:creator>
  <cp:lastModifiedBy>Hsiang, Harrison Wood</cp:lastModifiedBy>
  <cp:revision>1</cp:revision>
  <dcterms:created xsi:type="dcterms:W3CDTF">2026-03-16T20:58:41Z</dcterms:created>
  <dcterms:modified xsi:type="dcterms:W3CDTF">2026-03-17T13:12:18Z</dcterms:modified>
</cp:coreProperties>
</file>