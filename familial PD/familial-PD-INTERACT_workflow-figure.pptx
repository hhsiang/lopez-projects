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452A7-3275-EC07-0600-ED27FB9F0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5BFB2-7C3F-57C2-07C7-E7CF6131C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1ED95-BDAC-38FF-4D50-A98BF6284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F9CFB-AB5C-D63F-DA8F-0440F076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A3D4E-7841-8CC9-BD9B-7708D467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0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DA7E8-4F50-F239-E062-8E67AD36C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6B367-BD03-ADB6-D0A6-CADE00847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DC9FE-5075-B087-008B-321F0815C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91EAB-E468-5763-0F61-9FDF39EBF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293E4-DEB9-69E6-9D5D-D31C881F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3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BC6ED-9731-B23A-7234-289697E7F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D3309-9312-0B5D-759D-A0C8A31B7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7A8C1-BC4A-9C5F-E9CF-A36198E93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8BD76-6BCF-9256-552C-728DE232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4738A-D38B-A07B-3E9E-55EE6EC1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1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3C5A5-CF47-3BCB-73BD-695A813BA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F56A4-EF2B-5375-007D-1683641C5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FDC2F-8161-341B-2550-18FD4208B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CD914-C93B-250A-AC33-411FFF1C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048F9-782D-E9DF-590C-D8DED11F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112C5-A18F-103F-B7CA-2747B1CC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99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FA0C-508D-F049-3032-2320DAE66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9D9FB-AA96-7C64-0E23-8ED32C7D0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5248C-0E1F-8BB0-E7FD-432CB0830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C20D0E-34BC-3405-7368-80BA7EB0F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FFB5E2-906D-2053-23DD-29D386E947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08DF36-00D2-C6C1-4CE6-235C6AD1D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A6880-FF46-A4E0-5135-5AF8CEC10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E6598D-882D-ACE6-E7CF-E7BB8800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26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A718E-2665-ED31-1E3B-B79C3632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49B61-6A18-2C8B-4B8B-5A65279CB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9EC245-C4A8-3F1E-7A27-4D57EAF1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D20E9-8E96-A5D9-4848-893C7DFB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3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7120CA-612D-9A67-AA1C-DDEBD45CB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74E99-5305-5FC1-5B16-DE2D04783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45CF53-DF80-5260-74D4-338147A2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87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ACD4-491E-A8B1-0CEF-D3FC9C8D9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CDCC3-F471-329A-CFC2-210D1C22E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86AF6-9975-C2D8-F1CB-07B4681EB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50335-AB60-C41A-5FD7-FAA519660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98A05-C357-8C11-757C-5BBC63C01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5F8B5-DC63-E4E5-5F54-EB023C40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00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1A88-DCF3-88BD-180C-D5D79962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95758-050F-ABEB-BA7F-AF7268C32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B3710-6A1D-BA0D-B9FE-2D486CFE3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CD00C-7084-7BE9-AB5F-15844794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9AA2A-16C8-3E71-E866-CA9E6DBAA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8E6ED-0B8F-12C2-A400-366ACC42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4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655C-69DC-1CF4-846A-B79532BF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4637F-FCB4-C521-B2A4-8A6F316AC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6F963-38A1-C02B-5AD5-918BB9AF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71820-A83E-1859-6384-9BF03236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48423-3AE1-4B41-59BD-23157D93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8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A3F1A9-E98A-CABE-7DB0-FF9CB6A99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BDEB3-E379-6BC7-7F23-3517D360E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D0402-B5AC-CC91-7049-BFFA97C1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A040F-B76F-51BA-3C49-B13DF59E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9E8BE-D7E3-6F1B-76FC-5285285F3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9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F210F-DC02-CF1F-D242-28B27225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6DBB8-0B1D-1D74-5910-14FF3D5E4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58884-4E32-829E-E021-5FF3FE181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DD417-D3AC-4E38-8F0C-40DE8D6CB67E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3EC29-FDAE-5012-DD7D-BD8B718B49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3B711-C6A1-546E-0271-63DA0C93D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F4057-07FC-4425-96BD-6DB6D9FCD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6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780589-4193-C549-DD0B-D0FFE9AED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454" y="0"/>
            <a:ext cx="943909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A31BFA-CD3E-E038-AC76-DB30B0B92D26}"/>
              </a:ext>
            </a:extLst>
          </p:cNvPr>
          <p:cNvSpPr txBox="1"/>
          <p:nvPr/>
        </p:nvSpPr>
        <p:spPr>
          <a:xfrm>
            <a:off x="5358063" y="978569"/>
            <a:ext cx="1687578" cy="287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dirty="0">
                <a:solidFill>
                  <a:srgbClr val="0070C0"/>
                </a:solidFill>
              </a:rPr>
              <a:t>Corrected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hiPSC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24FDE6-657F-8D6D-33FE-448EB55CA0B2}"/>
              </a:ext>
            </a:extLst>
          </p:cNvPr>
          <p:cNvSpPr txBox="1"/>
          <p:nvPr/>
        </p:nvSpPr>
        <p:spPr>
          <a:xfrm>
            <a:off x="1836821" y="3330422"/>
            <a:ext cx="2097241" cy="467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ts val="14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Fibroblasts with</a:t>
            </a:r>
          </a:p>
          <a:p>
            <a:pPr algn="r">
              <a:lnSpc>
                <a:spcPts val="1400"/>
              </a:lnSpc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familial PD mutation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9802C0-6E2A-1627-6B66-565B77288B42}"/>
              </a:ext>
            </a:extLst>
          </p:cNvPr>
          <p:cNvSpPr txBox="1"/>
          <p:nvPr/>
        </p:nvSpPr>
        <p:spPr>
          <a:xfrm>
            <a:off x="8486274" y="3330422"/>
            <a:ext cx="1492781" cy="467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Dopaminergic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cells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1E1A1-5BC5-9618-35FE-79E5D150B5E9}"/>
              </a:ext>
            </a:extLst>
          </p:cNvPr>
          <p:cNvSpPr txBox="1"/>
          <p:nvPr/>
        </p:nvSpPr>
        <p:spPr>
          <a:xfrm>
            <a:off x="8783053" y="4702022"/>
            <a:ext cx="1736245" cy="467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Safety &amp; efficacy</a:t>
            </a:r>
            <a:b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92DDC3-9AC8-85E8-6D8D-AA8899252BE9}"/>
              </a:ext>
            </a:extLst>
          </p:cNvPr>
          <p:cNvSpPr txBox="1"/>
          <p:nvPr/>
        </p:nvSpPr>
        <p:spPr>
          <a:xfrm>
            <a:off x="5578015" y="6104019"/>
            <a:ext cx="1215589" cy="4674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Familial PD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9CD845-9EA4-2BF7-6FD0-B3561F5CBEE9}"/>
              </a:ext>
            </a:extLst>
          </p:cNvPr>
          <p:cNvSpPr txBox="1"/>
          <p:nvPr/>
        </p:nvSpPr>
        <p:spPr>
          <a:xfrm>
            <a:off x="1679324" y="1110152"/>
            <a:ext cx="1875513" cy="2878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One-step strategy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9944E4-D684-9501-8527-8FE373B7C571}"/>
              </a:ext>
            </a:extLst>
          </p:cNvPr>
          <p:cNvSpPr txBox="1"/>
          <p:nvPr/>
        </p:nvSpPr>
        <p:spPr>
          <a:xfrm>
            <a:off x="1541858" y="2408130"/>
            <a:ext cx="2178383" cy="238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1050" i="1" dirty="0">
                <a:solidFill>
                  <a:schemeClr val="bg2">
                    <a:lumMod val="50000"/>
                  </a:schemeClr>
                </a:solidFill>
              </a:rPr>
              <a:t>Prime editing + reprogramming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6E5CE3-6ABC-1CAE-C3C7-6DA9D8B0EF18}"/>
              </a:ext>
            </a:extLst>
          </p:cNvPr>
          <p:cNvSpPr/>
          <p:nvPr/>
        </p:nvSpPr>
        <p:spPr>
          <a:xfrm rot="2515681">
            <a:off x="4222788" y="1494686"/>
            <a:ext cx="3908111" cy="3904488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>
                <a:gd name="adj" fmla="val 20845687"/>
              </a:avLst>
            </a:prstTxWarp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Skin biopsy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F19B66-7B90-AC93-16E2-5F875F3275E0}"/>
              </a:ext>
            </a:extLst>
          </p:cNvPr>
          <p:cNvSpPr/>
          <p:nvPr/>
        </p:nvSpPr>
        <p:spPr>
          <a:xfrm rot="18587523">
            <a:off x="4239405" y="1605250"/>
            <a:ext cx="3912203" cy="387194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Down">
              <a:avLst>
                <a:gd name="adj" fmla="val 20845687"/>
              </a:avLst>
            </a:prstTxWarp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Transplantation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D07B9C-B90F-D8FC-77FB-1C61B6240491}"/>
              </a:ext>
            </a:extLst>
          </p:cNvPr>
          <p:cNvSpPr/>
          <p:nvPr/>
        </p:nvSpPr>
        <p:spPr>
          <a:xfrm rot="2804006">
            <a:off x="4220742" y="1556907"/>
            <a:ext cx="3912203" cy="387194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Differentiation</a:t>
            </a:r>
          </a:p>
        </p:txBody>
      </p:sp>
    </p:spTree>
    <p:extLst>
      <p:ext uri="{BB962C8B-B14F-4D97-AF65-F5344CB8AC3E}">
        <p14:creationId xmlns:p14="http://schemas.microsoft.com/office/powerpoint/2010/main" val="2816491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Hsiang, Harrison Wood</dc:creator>
  <cp:lastModifiedBy>Hsiang, Harrison Wood</cp:lastModifiedBy>
  <cp:revision>1</cp:revision>
  <dcterms:created xsi:type="dcterms:W3CDTF">2026-03-04T14:10:43Z</dcterms:created>
  <dcterms:modified xsi:type="dcterms:W3CDTF">2026-03-04T14:11:32Z</dcterms:modified>
</cp:coreProperties>
</file>